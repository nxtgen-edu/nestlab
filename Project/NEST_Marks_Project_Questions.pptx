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MINI-PROJECT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data first — then answer these 11 questions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9050">
            <a:solidFill>
              <a:srgbClr val="C02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440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duplicate rows were there?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(you printed it above)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had a missing / blank mark?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(you printed it above)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impossible marks (below 0 or above 100) did you find, and what did you do with them?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df[(df['Marks']&lt;0)|(df['Marks']&gt;100)]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by subject — which is highest? Which is lowest?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df.groupby('Subject')['Marks'].mean()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by department — which department is top?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df.groupby('Department')['Marks'].mean()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scores overall — write the names and marks.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df.sort_values('Marks',ascending=False).head(3)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440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3 scores — write the names and marks.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df.sort_values('Marks').head(3)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 records per department?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df['Department'].value_counts()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passed (mark ≥ 40)? What is the pass %?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(df['Marks']&gt;=40).sum()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the top scorer in each subject.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df.loc[df.groupby('Subject')['Marks'].idxmax()]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does higher attendance go with higher marks? (yes / no / not really)</a:t>
            </a:r>
            <a:endParaRPr lang="en-US" sz="13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153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df[['Attendance_Pct','Marks']].corr()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5989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5ECD9"/>
          </a:solidFill>
          <a:ln w="15875">
            <a:solidFill>
              <a:srgbClr val="B08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9893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Finished?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trainer one thing you found — say your most interesting answer in one sentence, e.g. “CSE has the highest average marks.”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Marks Project Questions</dc:title>
  <dc:subject>PptxGenJS Presentation</dc:subject>
  <dc:creator>NEST</dc:creator>
  <cp:lastModifiedBy>NEST</cp:lastModifiedBy>
  <cp:revision>1</cp:revision>
  <dcterms:created xsi:type="dcterms:W3CDTF">2026-07-07T01:59:21Z</dcterms:created>
  <dcterms:modified xsi:type="dcterms:W3CDTF">2026-07-07T01:59:21Z</dcterms:modified>
</cp:coreProperties>
</file>